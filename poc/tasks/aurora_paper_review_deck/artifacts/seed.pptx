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04672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Raw paper review notes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097280"/>
            <a:ext cx="7818120" cy="3246120"/>
          </a:xfrm>
          <a:prstGeom prst="round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726948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Use paper_brief.txt for exact paper 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38528"/>
            <a:ext cx="726948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Use layout_sketch.svg for slide 1 layout.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32304"/>
            <a:ext cx="726948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Use source_figure.svg only after the revision turn asks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7269480" cy="32004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172033"/>
                </a:solidFill>
              </a:rPr>
              <a:t>Keep the protected benchmark slide unchanged.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Evidence notes to restructure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58952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Benchmark: 120 office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19072"/>
            <a:ext cx="758952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Signals: screenshots + OOXML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03704"/>
            <a:ext cx="758952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Outcome: +18% repair success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42062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800" b="1">
                <a:solidFill>
                  <a:srgbClr val="172033"/>
                </a:solidFill>
              </a:rPr>
              <a:t>Rubric notes to restructure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7589520" cy="329184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Content fidelity; layout fidelity; collateral preservation; turn-level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AURORA paper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this slide must remain text-identical across all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86384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44546A"/>
                </a:solidFill>
              </a:rPr>
              <a:t>Protected owner: CUIF benchmark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