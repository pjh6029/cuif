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tlas-title"/>
          <p:cNvSpPr txBox="1"/>
          <p:nvPr/>
        </p:nvSpPr>
        <p:spPr>
          <a:xfrm>
            <a:off x="512064" y="283464"/>
            <a:ext cx="8138160" cy="47548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3400" b="1">
                <a:solidFill>
                  <a:srgbClr val="1F4E79"/>
                </a:solidFill>
              </a:rPr>
              <a:t>Atlas Launch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41248"/>
            <a:ext cx="7955279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0">
                <a:solidFill>
                  <a:srgbClr val="44546A"/>
                </a:solidFill>
              </a:rPr>
              <a:t>Executive snapshot for April launch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81328"/>
            <a:ext cx="2468880" cy="16276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645920"/>
            <a:ext cx="2139696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>
                <a:solidFill>
                  <a:srgbClr val="2E7D32"/>
                </a:solidFill>
              </a:rPr>
              <a:t>Demand: Green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2103120"/>
            <a:ext cx="2139696" cy="6583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0">
                <a:solidFill>
                  <a:srgbClr val="172033"/>
                </a:solidFill>
              </a:rPr>
              <a:t>MQL pace is 12% ahead of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481328"/>
            <a:ext cx="2468880" cy="16276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02152" y="1645920"/>
            <a:ext cx="2139696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>
                <a:solidFill>
                  <a:srgbClr val="C56A00"/>
                </a:solidFill>
              </a:rPr>
              <a:t>Product: Amber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2103120"/>
            <a:ext cx="2139696" cy="6583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0">
                <a:solidFill>
                  <a:srgbClr val="172033"/>
                </a:solidFill>
              </a:rPr>
              <a:t>Release candidate is complete; docs trail by one week.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81328"/>
            <a:ext cx="2468880" cy="16276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645920"/>
            <a:ext cx="2139696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>
                <a:solidFill>
                  <a:srgbClr val="2E7D32"/>
                </a:solidFill>
              </a:rPr>
              <a:t>Support: 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103120"/>
            <a:ext cx="2139696" cy="65836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0">
                <a:solidFill>
                  <a:srgbClr val="172033"/>
                </a:solidFill>
              </a:rPr>
              <a:t>Macros and escalation paths are drafted.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273552"/>
            <a:ext cx="3246120" cy="603504"/>
          </a:xfrm>
          <a:prstGeom prst="roundRect">
            <a:avLst/>
          </a:prstGeom>
          <a:solidFill>
            <a:srgbClr val="FFF5E6"/>
          </a:solidFill>
          <a:ln w="15875">
            <a:solidFill>
              <a:srgbClr val="C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sk-callout"/>
          <p:cNvSpPr txBox="1"/>
          <p:nvPr/>
        </p:nvSpPr>
        <p:spPr>
          <a:xfrm>
            <a:off x="5577840" y="3419856"/>
            <a:ext cx="2971800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400" b="1">
                <a:solidFill>
                  <a:srgbClr val="6B3F00"/>
                </a:solidFill>
              </a:rPr>
              <a:t>Top risk: onboarding docs lag by one week</a:t>
            </a:r>
          </a:p>
        </p:txBody>
      </p:sp>
      <p:sp>
        <p:nvSpPr>
          <p:cNvPr id="15" name="decision-caption"/>
          <p:cNvSpPr txBox="1"/>
          <p:nvPr/>
        </p:nvSpPr>
        <p:spPr>
          <a:xfrm>
            <a:off x="5577840" y="3977639"/>
            <a:ext cx="297180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0">
                <a:solidFill>
                  <a:srgbClr val="172033"/>
                </a:solidFill>
              </a:rPr>
              <a:t>Decision needed: confirm docs owner by Friday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20624"/>
            <a:ext cx="7863840" cy="4389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Owner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07008"/>
            <a:ext cx="7772400" cy="2971800"/>
          </a:xfrm>
          <a:prstGeom prst="roundRect">
            <a:avLst/>
          </a:prstGeom>
          <a:solidFill>
            <a:srgbClr val="F7FBFF"/>
          </a:solidFill>
          <a:ln w="15875">
            <a:solidFill>
              <a:srgbClr val="C8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554480"/>
            <a:ext cx="722376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800" b="0">
                <a:solidFill>
                  <a:srgbClr val="172033"/>
                </a:solidFill>
              </a:rPr>
              <a:t>Demand owner: Priya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84831"/>
            <a:ext cx="722376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800" b="0">
                <a:solidFill>
                  <a:srgbClr val="172033"/>
                </a:solidFill>
              </a:rPr>
              <a:t>Product owner: Mateo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615184"/>
            <a:ext cx="7223760" cy="34747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800" b="0">
                <a:solidFill>
                  <a:srgbClr val="172033"/>
                </a:solidFill>
              </a:rPr>
              <a:t>Support owner: 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255264"/>
            <a:ext cx="722376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500" b="0">
                <a:solidFill>
                  <a:srgbClr val="44546A"/>
                </a:solidFill>
              </a:rPr>
              <a:t>Cadence: twice-weekly launch standup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Protected benchmark context</a:t>
            </a:r>
          </a:p>
        </p:txBody>
      </p:sp>
      <p:sp>
        <p:nvSpPr>
          <p:cNvPr id="3" name="protected-invariant"/>
          <p:cNvSpPr txBox="1"/>
          <p:nvPr/>
        </p:nvSpPr>
        <p:spPr>
          <a:xfrm>
            <a:off x="640080" y="1115568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000" b="0">
                <a:solidFill>
                  <a:srgbClr val="172033"/>
                </a:solidFill>
              </a:rPr>
              <a:t>Do not edit: Atlas launch invariant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0">
                <a:solidFill>
                  <a:srgbClr val="44546A"/>
                </a:solidFill>
              </a:rPr>
              <a:t>Evaluation note: non-target slide must remain unchanged.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