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shboard-title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>
                <a:solidFill>
                  <a:srgbClr val="172033"/>
                </a:solidFill>
              </a:rPr>
              <a:t>Wrong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4546A"/>
                </a:solidFill>
              </a:rPr>
              <a:t>Partial-credit office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Task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72033"/>
                </a:solidFill>
              </a:rPr>
              <a:t>Manifest → adapter → outputs → evaluator →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6916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9456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72033"/>
                </a:solidFill>
              </a:rPr>
              <a:t>Text, layout, style, preservation, optional judges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Protected context slide</a:t>
            </a:r>
          </a:p>
        </p:txBody>
      </p:sp>
      <p:sp>
        <p:nvSpPr>
          <p:cNvPr id="3" name="protected-invariant"/>
          <p:cNvSpPr txBox="1"/>
          <p:nvPr/>
        </p:nvSpPr>
        <p:spPr>
          <a:xfrm>
            <a:off x="640080" y="114300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72033"/>
                </a:solidFill>
              </a:rPr>
              <a:t>Damaged protected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4546A"/>
                </a:solidFill>
              </a:rPr>
              <a:t>This slide simulates collateral-damage preservation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