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ashboard-title"/>
          <p:cNvSpPr txBox="1"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0">
                <a:solidFill>
                  <a:srgbClr val="172033"/>
                </a:solidFill>
              </a:rPr>
              <a:t>Seed CUIF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44546A"/>
                </a:solidFill>
              </a:rPr>
              <a:t>Prepared seed deck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39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4E79"/>
                </a:solidFill>
              </a:rPr>
              <a:t>Task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3108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72033"/>
                </a:solidFill>
              </a:rPr>
              <a:t>Manifest → adapter → outputs → evaluator → report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50876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691639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4E79"/>
                </a:solidFill>
              </a:rPr>
              <a:t>Checks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194560"/>
            <a:ext cx="3108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72033"/>
                </a:solidFill>
              </a:rPr>
              <a:t>Text, layout, style, preservation, optional judges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4E79"/>
                </a:solidFill>
              </a:rPr>
              <a:t>Protected context slide</a:t>
            </a:r>
          </a:p>
        </p:txBody>
      </p:sp>
      <p:sp>
        <p:nvSpPr>
          <p:cNvPr id="3" name="protected-invariant"/>
          <p:cNvSpPr txBox="1"/>
          <p:nvPr/>
        </p:nvSpPr>
        <p:spPr>
          <a:xfrm>
            <a:off x="640080" y="1143000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72033"/>
                </a:solidFill>
              </a:rPr>
              <a:t>Do not edit: CUIF benchmark invariant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44546A"/>
                </a:solidFill>
              </a:rPr>
              <a:t>This slide simulates collateral-damage preservation requirements.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