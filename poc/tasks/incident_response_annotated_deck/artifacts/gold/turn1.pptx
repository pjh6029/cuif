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7132320" cy="50292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Nimbus Reliability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6400800" cy="329184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Executive context for April service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828800"/>
            <a:ext cx="539496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Scope: support, SRE, and comms readiness
Primary KPI: restore severity-2 ownership discipline
Do not edit: Nimbus context invariant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901952"/>
            <a:ext cx="4480560" cy="530352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72033"/>
                </a:solidFill>
              </a:rPr>
              <a:t>Protected slide for collateral-damage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4848" y="2633472"/>
            <a:ext cx="3749039" cy="38404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600" b="0">
                <a:solidFill>
                  <a:srgbClr val="586778"/>
                </a:solidFill>
              </a:rPr>
              <a:t>Revision target is slide 2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2_title"/>
          <p:cNvSpPr txBox="1"/>
          <p:nvPr/>
        </p:nvSpPr>
        <p:spPr>
          <a:xfrm>
            <a:off x="530352" y="310896"/>
            <a:ext cx="658368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2800" b="1">
                <a:solidFill>
                  <a:srgbClr val="172033"/>
                </a:solidFill>
              </a:rPr>
              <a:t>Reliability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841248"/>
            <a:ext cx="740664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300" b="0">
                <a:solidFill>
                  <a:srgbClr val="586778"/>
                </a:solidFill>
              </a:rPr>
              <a:t>Edited slide: annotated screenshot applied to the target dashboard.</a:t>
            </a:r>
          </a:p>
        </p:txBody>
      </p:sp>
      <p:sp>
        <p:nvSpPr>
          <p:cNvPr id="4" name="MTTA 8 min"/>
          <p:cNvSpPr/>
          <p:nvPr/>
        </p:nvSpPr>
        <p:spPr>
          <a:xfrm>
            <a:off x="621792" y="1207008"/>
            <a:ext cx="3063240" cy="694944"/>
          </a:xfrm>
          <a:prstGeom prst="roundRect">
            <a:avLst/>
          </a:prstGeom>
          <a:solidFill>
            <a:srgbClr val="E7F1FB"/>
          </a:solidFill>
          <a:ln w="15875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72033"/>
                </a:solidFill>
              </a:rPr>
              <a:t>MTTA 8 min</a:t>
            </a:r>
          </a:p>
        </p:txBody>
      </p:sp>
      <p:sp>
        <p:nvSpPr>
          <p:cNvPr id="5" name="Backlog 42"/>
          <p:cNvSpPr/>
          <p:nvPr/>
        </p:nvSpPr>
        <p:spPr>
          <a:xfrm>
            <a:off x="4498848" y="1207008"/>
            <a:ext cx="3063240" cy="694944"/>
          </a:xfrm>
          <a:prstGeom prst="roundRect">
            <a:avLst/>
          </a:prstGeom>
          <a:solidFill>
            <a:srgbClr val="E7F1FB"/>
          </a:solidFill>
          <a:ln w="15875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72033"/>
                </a:solidFill>
              </a:rPr>
              <a:t>Backlog 42</a:t>
            </a:r>
          </a:p>
        </p:txBody>
      </p:sp>
      <p:sp>
        <p:nvSpPr>
          <p:cNvPr id="6" name="Coverage 92%"/>
          <p:cNvSpPr/>
          <p:nvPr/>
        </p:nvSpPr>
        <p:spPr>
          <a:xfrm>
            <a:off x="8375904" y="1207008"/>
            <a:ext cx="3063240" cy="694944"/>
          </a:xfrm>
          <a:prstGeom prst="roundRect">
            <a:avLst/>
          </a:prstGeom>
          <a:solidFill>
            <a:srgbClr val="E7F1FB"/>
          </a:solidFill>
          <a:ln w="15875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72033"/>
                </a:solidFill>
              </a:rPr>
              <a:t>Coverage 92%</a:t>
            </a:r>
          </a:p>
        </p:txBody>
      </p:sp>
      <p:sp>
        <p:nvSpPr>
          <p:cNvPr id="7" name="incident_trend_panel"/>
          <p:cNvSpPr/>
          <p:nvPr/>
        </p:nvSpPr>
        <p:spPr>
          <a:xfrm>
            <a:off x="658368" y="2231136"/>
            <a:ext cx="6903720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48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900" b="0">
                <a:solidFill>
                  <a:srgbClr val="172033"/>
                </a:solidFill>
              </a:rPr>
              <a:t>Incident trend
P1 incidents: 3
P2 incidents: 11
P3 incidents: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4169663"/>
            <a:ext cx="658368" cy="137160"/>
          </a:xfrm>
          <a:prstGeom prst="rect">
            <a:avLst/>
          </a:prstGeom>
          <a:solidFill>
            <a:srgbClr val="5B8DCB"/>
          </a:solidFill>
          <a:ln w="15875">
            <a:solidFill>
              <a:srgbClr val="5B8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4096511"/>
            <a:ext cx="32004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900" b="0">
                <a:solidFill>
                  <a:srgbClr val="586778"/>
                </a:solidFill>
              </a:rPr>
              <a:t>P1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4425696"/>
            <a:ext cx="1572768" cy="137160"/>
          </a:xfrm>
          <a:prstGeom prst="rect">
            <a:avLst/>
          </a:prstGeom>
          <a:solidFill>
            <a:srgbClr val="447CB9"/>
          </a:solidFill>
          <a:ln w="15875">
            <a:solidFill>
              <a:srgbClr val="447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4352544"/>
            <a:ext cx="32004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900" b="0">
                <a:solidFill>
                  <a:srgbClr val="586778"/>
                </a:solidFill>
              </a:rPr>
              <a:t>P2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4681727"/>
            <a:ext cx="3072384" cy="137160"/>
          </a:xfrm>
          <a:prstGeom prst="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4608575"/>
            <a:ext cx="32004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900" b="0">
                <a:solidFill>
                  <a:srgbClr val="586778"/>
                </a:solidFill>
              </a:rPr>
              <a:t>P3</a:t>
            </a:r>
          </a:p>
        </p:txBody>
      </p:sp>
      <p:sp>
        <p:nvSpPr>
          <p:cNvPr id="14" name="sev2_queue_risk"/>
          <p:cNvSpPr/>
          <p:nvPr/>
        </p:nvSpPr>
        <p:spPr>
          <a:xfrm>
            <a:off x="8101583" y="4645152"/>
            <a:ext cx="3273552" cy="1298448"/>
          </a:xfrm>
          <a:prstGeom prst="roundRect">
            <a:avLst/>
          </a:prstGeom>
          <a:solidFill>
            <a:srgbClr val="FFEFEF"/>
          </a:solidFill>
          <a:ln w="15875">
            <a:solidFill>
              <a:srgbClr val="C1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0">
                <a:solidFill>
                  <a:srgbClr val="172033"/>
                </a:solidFill>
              </a:rPr>
              <a:t>SEV-2 queue risk
Escalation owner missing
Annotate hotfix owner by Friday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438912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Runbook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05840"/>
            <a:ext cx="5303520" cy="36576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Do not edit: runbook appendix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521208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Escalation ladder
1. Triage lead confirms ownership
2. SRE opens mitigation channel
3. Comms drafts customer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28800"/>
            <a:ext cx="4480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Weekend coverage window
Friday 18:00 to Monday 09:00
Owner rotation remains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502920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Benchmark Audit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" y="1572768"/>
            <a:ext cx="6949440" cy="14264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Do not edit: incident response benchmark invariant
Seed slide 2 is the only editable target.
Preserve source narrative and non-target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822191"/>
            <a:ext cx="6126480" cy="4572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800" b="0">
                <a:solidFill>
                  <a:srgbClr val="586778"/>
                </a:solidFill>
              </a:rPr>
              <a:t>CUIF check focus: targeted edit + preservation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