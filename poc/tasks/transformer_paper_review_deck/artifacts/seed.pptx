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SNUPI Paper Seminar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4754880" cy="3657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262A38"/>
                </a:solidFill>
              </a:rPr>
              <a:t>Paper PDF: attention_is_all_you_need.pdf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21208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Raw seminar notes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Turn this template into review slides for a reading group.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Use the PDF, not web summaries, for the paper figure and attention formula.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Keep the protected logistics slide unchanged.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4526280" cy="19659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Expected deck shape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Cover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Architecture figure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Attention mechanism + formula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Verdict and discussion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Protected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Architecture Figure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ANNOTATE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5120640" cy="310896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6667A"/>
                </a:solidFill>
              </a:rPr>
              <a:t>Paste/crop Figure 1 from the paper PDF here.</a:t>
            </a:r>
          </a:p>
        </p:txBody>
      </p:sp>
      <p:sp>
        <p:nvSpPr>
          <p:cNvPr id="6" name="seed_figure_placeholder"/>
          <p:cNvSpPr/>
          <p:nvPr/>
        </p:nvSpPr>
        <p:spPr>
          <a:xfrm>
            <a:off x="713232" y="1508760"/>
            <a:ext cx="5166360" cy="4160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063240"/>
            <a:ext cx="384048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F4E79"/>
                </a:solidFill>
              </a:rPr>
              <a:t>FIGURE 1
Transformer model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572000" cy="19659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Notes to convert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Explain encoder and decoder halves.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Call out multi-head attention bridge.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Caption must cite Figure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840480"/>
            <a:ext cx="457200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Revision target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Follow annotated_slide2_layout.png on turn 2.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Do not change other slides while fixing slide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Attention Formula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PDF EXTRACT</a:t>
            </a:r>
          </a:p>
        </p:txBody>
      </p:sp>
      <p:sp>
        <p:nvSpPr>
          <p:cNvPr id="5" name="seed_figure2_placeholder"/>
          <p:cNvSpPr/>
          <p:nvPr/>
        </p:nvSpPr>
        <p:spPr>
          <a:xfrm>
            <a:off x="713232" y="1325880"/>
            <a:ext cx="49377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2450592"/>
            <a:ext cx="256032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56667A"/>
                </a:solidFill>
              </a:rPr>
              <a:t>Figure 2 from PDF</a:t>
            </a:r>
          </a:p>
        </p:txBody>
      </p:sp>
      <p:sp>
        <p:nvSpPr>
          <p:cNvPr id="7" name="seed_formula_placeholder"/>
          <p:cNvSpPr/>
          <p:nvPr/>
        </p:nvSpPr>
        <p:spPr>
          <a:xfrm>
            <a:off x="6263640" y="1325880"/>
            <a:ext cx="5074920" cy="2926080"/>
          </a:xfrm>
          <a:prstGeom prst="roundRect">
            <a:avLst/>
          </a:prstGeom>
          <a:solidFill>
            <a:srgbClr val="EDF4F9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487168"/>
            <a:ext cx="4069080" cy="329184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56667A"/>
                </a:solidFill>
              </a:rPr>
              <a:t>Scaled dot-product formula from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Critique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12064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Prompts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What is the main contribution?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Which evidence should a seminar audience remember?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What is the sharpest discussion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508760"/>
            <a:ext cx="4572000" cy="1828800"/>
          </a:xfrm>
          <a:prstGeom prst="roundRect">
            <a:avLst/>
          </a:prstGeom>
          <a:solidFill>
            <a:srgbClr val="E5F7F0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Placeholder verdict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Replace with concise review language.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Keep slide readable for live discussion.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SNUPI Reading Group | arXiv:1706.03762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4114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</a:rPr>
              <a:t>Lab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402336"/>
            <a:ext cx="21031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E79"/>
                </a:solidFill>
              </a:rPr>
              <a:t>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6858000" cy="38404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C63D37"/>
                </a:solidFill>
              </a:rPr>
              <a:t>Do not edit: Transformer seminar logistics invariant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93392"/>
            <a:ext cx="5303520" cy="1737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Seminar metadata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Reading group: SNUPI Office Agents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Room: 302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Time box: 25 min review + 20 min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93392"/>
            <a:ext cx="4572000" cy="1737360"/>
          </a:xfrm>
          <a:prstGeom prst="roundRect">
            <a:avLst/>
          </a:prstGeom>
          <a:solidFill>
            <a:srgbClr val="EDF4F9"/>
          </a:solidFill>
          <a:ln w="1397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73152"/>
          <a:lstStyle/>
          <a:p>
            <a:pPr algn="ctr"/>
            <a:r>
              <a:rPr sz="1400" b="1">
                <a:solidFill>
                  <a:srgbClr val="1F4E79"/>
                </a:solidFill>
              </a:rPr>
              <a:t>Benchmark invariant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This slide is used to detect collateral damage.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62A38"/>
                </a:solidFill>
              </a:rPr>
              <a:t>Agent should preserve every text box on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852160" cy="201168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850" b="0">
                <a:solidFill>
                  <a:srgbClr val="56667A"/>
                </a:solidFill>
              </a:rPr>
              <a:t>Protected context slide | Do not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