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78992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  <a:latin typeface="Aptos"/>
              </a:rPr>
              <a:t>Renewables briefing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95097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Starter deck for an XLSX-to-PPT chart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68580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6309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ptos"/>
              </a:rPr>
              <a:t>Chart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62636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Aptos"/>
              </a:rPr>
              <a:t>Build a native clustered column chart from artifacts/inputs/source_data.xlsx.</a:t>
            </a:r>
          </a:p>
          <a:p>
            <a:r>
              <a:rPr sz="1500" b="0">
                <a:solidFill>
                  <a:srgbClr val="172033"/>
                </a:solidFill>
                <a:latin typeface="Aptos"/>
              </a:rPr>
              <a:t>Use countries Germany, India, United States, and China.</a:t>
            </a:r>
          </a:p>
          <a:p>
            <a:r>
              <a:rPr sz="1500" b="0">
                <a:solidFill>
                  <a:srgbClr val="172033"/>
                </a:solidFill>
                <a:latin typeface="Aptos"/>
              </a:rPr>
              <a:t>Compare 2015 with 2021 renewable electricity share.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572768"/>
            <a:ext cx="3611880" cy="4160520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828800"/>
            <a:ext cx="30632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72033"/>
                </a:solidFill>
                <a:latin typeface="Aptos"/>
              </a:rPr>
              <a:t>Later-turn 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359152"/>
            <a:ext cx="297180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0">
                <a:solidFill>
                  <a:srgbClr val="5D7287"/>
                </a:solidFill>
                <a:latin typeface="Aptos"/>
              </a:rPr>
              <a:t>Final turn will add observations here. Preserve data values and protected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475488"/>
            <a:ext cx="10789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Source workbook staging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600" b="0">
                <a:solidFill>
                  <a:srgbClr val="5D7287"/>
                </a:solidFill>
                <a:latin typeface="Aptos"/>
              </a:rPr>
              <a:t>Use source_data.xlsx and source_notes.txt as immutable inputs. Do not modify the source workbook.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10698480" cy="3383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200" b="1">
                <a:solidFill>
                  <a:srgbClr val="1F4E79"/>
                </a:solidFill>
                <a:latin typeface="Aptos"/>
              </a:rPr>
              <a:t>Turn 1 should replace this with a workbook audit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475488"/>
            <a:ext cx="1069848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Interpretation notes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42416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800" b="0">
                <a:solidFill>
                  <a:srgbClr val="5D7287"/>
                </a:solidFill>
                <a:latin typeface="Aptos"/>
              </a:rPr>
              <a:t>Keep claims modest: the indicator is share of electricity output, not total energy use. Values are rounded to one decimal.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971800"/>
            <a:ext cx="10698480" cy="201168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337560"/>
            <a:ext cx="100126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Open slot for a concise insight after the chart is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02920"/>
            <a:ext cx="10972800" cy="58064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99669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9875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B74C46"/>
                </a:solidFill>
                <a:latin typeface="Aptos"/>
              </a:rPr>
              <a:t>Do not edit: renewable briefing invariant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87552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800" b="0">
                <a:solidFill>
                  <a:srgbClr val="5D7287"/>
                </a:solidFill>
                <a:latin typeface="Aptos"/>
              </a:rPr>
              <a:t>This slide anchors collateral-damage checks for the CUIF PoC. It should survive every turn exactly.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