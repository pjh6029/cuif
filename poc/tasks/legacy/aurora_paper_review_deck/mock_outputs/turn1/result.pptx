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rora-title"/>
          <p:cNvSpPr txBox="1"/>
          <p:nvPr/>
        </p:nvSpPr>
        <p:spPr>
          <a:xfrm>
            <a:off x="502920" y="256032"/>
            <a:ext cx="8183879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0">
                <a:solidFill>
                  <a:srgbClr val="172033"/>
                </a:solidFill>
              </a:rPr>
              <a:t>AURORA: Actionable UI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50" b="0">
                <a:solidFill>
                  <a:srgbClr val="44546A"/>
                </a:solidFill>
              </a:rPr>
              <a:t>Paper review for CUIF reading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25296"/>
            <a:ext cx="3611880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08176"/>
            <a:ext cx="315468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1F4E79"/>
                </a:solidFill>
              </a:rPr>
              <a:t>Main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65376"/>
            <a:ext cx="3154680" cy="8961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Trajectory-aware office evaluation exposes failures that final-only grading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9504"/>
            <a:ext cx="31546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150" b="0">
                <a:solidFill>
                  <a:srgbClr val="44546A"/>
                </a:solidFill>
              </a:rPr>
              <a:t>Why it matters: the evaluator can see revision quality, not only final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225296"/>
            <a:ext cx="4187952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1408176"/>
            <a:ext cx="3584448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C56A00"/>
                </a:solidFill>
              </a:rPr>
              <a:t>Method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1874519"/>
            <a:ext cx="349300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50" b="0">
                <a:solidFill>
                  <a:srgbClr val="172033"/>
                </a:solidFill>
              </a:rPr>
              <a:t>Inputs: layout sketch + paper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2359152"/>
            <a:ext cx="349300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50" b="0">
                <a:solidFill>
                  <a:srgbClr val="172033"/>
                </a:solidFill>
              </a:rPr>
              <a:t>Scoring: deterministic checks + visual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2834640"/>
            <a:ext cx="3493008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Revision target: add source figure 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77056"/>
            <a:ext cx="8001000" cy="512064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7854696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1">
                <a:solidFill>
                  <a:srgbClr val="6B3F00"/>
                </a:solidFill>
              </a:rPr>
              <a:t>Reviewer question: Are multimodal constraints weighted enough?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86384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Source facts extracted from the paper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9344"/>
            <a:ext cx="2468880" cy="15361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Benchmark: 120 office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Task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9344"/>
            <a:ext cx="2468880" cy="1536192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C56A00"/>
                </a:solidFill>
              </a:rPr>
              <a:t>Signals: screenshots + OOXML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Multimodal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9344"/>
            <a:ext cx="2468880" cy="1536192"/>
          </a:xfrm>
          <a:prstGeom prst="roundRect">
            <a:avLst/>
          </a:prstGeom>
          <a:solidFill>
            <a:srgbClr val="EAF7E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Outcome: +18% repair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Observed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67328"/>
            <a:ext cx="769924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Interpretation: combine visual state, structured artifact data, and per-turn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CUIF evaluation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7726679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Each dimension should be scored separately so partial progress remains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63624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Content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63624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Required claims, facts, and exact strings are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66544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48840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Layout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40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Regions, visual hierarchy, and sketch constraints are followed.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651760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3405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Collateral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34056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Protected slides and non-target content stay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236976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319272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Turn-level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19272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Each revision keeps prior valid work while adding requested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AURORA paper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this slide must remain text-identical across all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86384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44546A"/>
                </a:solidFill>
              </a:rPr>
              <a:t>Protected owner: CUIF benchmark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