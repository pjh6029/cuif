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92608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4E79"/>
                </a:solidFill>
                <a:latin typeface="Aptos"/>
              </a:rPr>
              <a:t>Support Capacity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3931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72033"/>
                </a:solidFill>
                <a:latin typeface="Aptos"/>
              </a:rPr>
              <a:t>Data cut: FY2026 forecast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1417320"/>
            <a:ext cx="3063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72033"/>
                </a:solidFill>
                <a:latin typeface="Aptos"/>
              </a:rPr>
              <a:t>Capacity observations</a:t>
            </a:r>
          </a:p>
          <a:p>
            <a:r>
              <a:rPr sz="1300" b="1">
                <a:solidFill>
                  <a:srgbClr val="172033"/>
                </a:solidFill>
                <a:latin typeface="Aptos"/>
              </a:rPr>
              <a:t>Leader: Q4 demand 1580</a:t>
            </a:r>
          </a:p>
          <a:p>
            <a:r>
              <a:rPr sz="1300" b="1">
                <a:solidFill>
                  <a:srgbClr val="172033"/>
                </a:solidFill>
                <a:latin typeface="Aptos"/>
              </a:rPr>
              <a:t>Gap: Q4 -70 tickets</a:t>
            </a:r>
          </a:p>
          <a:p>
            <a:r>
              <a:rPr sz="1300" b="1">
                <a:solidFill>
                  <a:srgbClr val="172033"/>
                </a:solidFill>
                <a:latin typeface="Aptos"/>
              </a:rPr>
              <a:t>Mitigation: shift 2 weekend pods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623560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72033"/>
                </a:solidFill>
                <a:latin typeface="Aptos"/>
              </a:rPr>
              <a:t>Insight: Q4 demand exceeds staffed capacity by 70 tickets; mitigation should shift two weekend pods before launch.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72033"/>
                </a:solidFill>
                <a:latin typeface="Aptos"/>
              </a:rPr>
              <a:t>Workbook audit</a:t>
            </a:r>
          </a:p>
          <a:p>
            <a:r>
              <a:rPr sz="2000" b="1">
                <a:solidFill>
                  <a:srgbClr val="172033"/>
                </a:solidFill>
                <a:latin typeface="Aptos"/>
              </a:rPr>
              <a:t>Source data: support capacity forecast</a:t>
            </a:r>
          </a:p>
          <a:p>
            <a:r>
              <a:rPr sz="2000" b="1">
                <a:solidFill>
                  <a:srgbClr val="172033"/>
                </a:solidFill>
                <a:latin typeface="Aptos"/>
              </a:rPr>
              <a:t>Q1 1180 1220 +40</a:t>
            </a:r>
          </a:p>
          <a:p>
            <a:r>
              <a:rPr sz="2000" b="1">
                <a:solidFill>
                  <a:srgbClr val="172033"/>
                </a:solidFill>
                <a:latin typeface="Aptos"/>
              </a:rPr>
              <a:t>Q2 1285 1320 +35</a:t>
            </a:r>
          </a:p>
          <a:p>
            <a:r>
              <a:rPr sz="2000" b="1">
                <a:solidFill>
                  <a:srgbClr val="172033"/>
                </a:solidFill>
                <a:latin typeface="Aptos"/>
              </a:rPr>
              <a:t>Q3 1420 1460 +40</a:t>
            </a:r>
          </a:p>
          <a:p>
            <a:r>
              <a:rPr sz="2000" b="1">
                <a:solidFill>
                  <a:srgbClr val="172033"/>
                </a:solidFill>
                <a:latin typeface="Aptos"/>
              </a:rPr>
              <a:t>Q4 1580 1510 -70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914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76F51"/>
                </a:solidFill>
                <a:latin typeface="Aptos"/>
              </a:rPr>
              <a:t>Do not edit: native chart package invariant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