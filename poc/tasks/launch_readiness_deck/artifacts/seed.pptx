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04672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Atlas Launch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7772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Raw notes to restructure into an executive readiness update.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7772400" cy="2514600"/>
          </a:xfrm>
          <a:prstGeom prst="round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731520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172033"/>
                </a:solidFill>
              </a:rPr>
              <a:t>Use artifacts/inputs/launch_brief.txt for exact status labels and owners.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731520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172033"/>
                </a:solidFill>
              </a:rPr>
              <a:t>Use artifacts/inputs/sketch.svg for the intended slide 1 layout.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71216"/>
            <a:ext cx="731520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172033"/>
                </a:solidFill>
              </a:rPr>
              <a:t>Create a concise readiness story for the April launch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</a:rPr>
              <a:t>Raw owner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76809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Demand owner: Priya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19072"/>
            <a:ext cx="76809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Product owner: Mateo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03704"/>
            <a:ext cx="76809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Support owner: 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Atlas launch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non-target slide must remain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