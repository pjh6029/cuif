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shboard-title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CUIF PoC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4546A"/>
                </a:solidFill>
              </a:rPr>
              <a:t>Partial-credit office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Task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Manifest → adapter → outputs → evaluator →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Text, layout, style, preservation, optional judges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context slide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430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CUIF benchmark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This slide simulates collateral-damage preservation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