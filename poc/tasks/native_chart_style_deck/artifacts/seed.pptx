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6035040" cy="49377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Support Capacity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42415"/>
            <a:ext cx="786384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D7287"/>
                </a:solidFill>
                <a:latin typeface="Aptos"/>
              </a:rPr>
              <a:t>Seed state: rough planning notes need a native chart and executive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0292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Raw notes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- Use source_metrics.xlsx and source_metrics.csv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- Show ticket demand vs staffed capacity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- Highlight the Q4 capacity gap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- Do not paste chart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4389120" cy="2057400"/>
          </a:xfrm>
          <a:prstGeom prst="roundRect">
            <a:avLst/>
          </a:prstGeom>
          <a:solidFill>
            <a:srgbClr val="EAF4FA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72033"/>
                </a:solidFill>
                <a:latin typeface="Aptos"/>
              </a:rPr>
              <a:t>Chart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39319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Workbook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493776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D7287"/>
                </a:solidFill>
                <a:latin typeface="Aptos"/>
              </a:rPr>
              <a:t>Source data: support capacity forecast</a:t>
            </a:r>
          </a:p>
        </p:txBody>
      </p:sp>
      <p:sp>
        <p:nvSpPr>
          <p:cNvPr id="6" name="capacity_audit_values"/>
          <p:cNvSpPr/>
          <p:nvPr/>
        </p:nvSpPr>
        <p:spPr>
          <a:xfrm>
            <a:off x="713232" y="1627632"/>
            <a:ext cx="4297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Q1 1180 1220 +40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Q2 1285 1320 +35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Q3 1420 1460 +40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Q4 1580 1510 -70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27632"/>
            <a:ext cx="5349240" cy="192024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Fields: Quarter | Ticket demand | Staffed capacity | Capacity gap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Negative gap means demand exceeds staffed capacity.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Source workbook: source_metrics.xlsx / capacity_forecast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512064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75895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Do not edit: native chart package invariant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This slide exists to detect collateral damage across turns.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It must remain text-identical to the seed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6309360" cy="40233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5D7287"/>
                </a:solidFill>
                <a:latin typeface="Aptos"/>
              </a:rPr>
              <a:t>CUIF focus: editable native chart + layout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