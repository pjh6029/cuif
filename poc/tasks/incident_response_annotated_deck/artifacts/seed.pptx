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7132320" cy="50292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Nimbus Reliability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6400800" cy="329184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Executive context for April service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828800"/>
            <a:ext cx="53949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Scope: support, SRE, and comms readiness
Primary KPI: restore severity-2 ownership discipline
Do not edit: Nimbus context invariant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901952"/>
            <a:ext cx="4480560" cy="530352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72033"/>
                </a:solidFill>
              </a:rPr>
              <a:t>Protected slide for collateral-damage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4848" y="2633472"/>
            <a:ext cx="3749039" cy="38404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600" b="0">
                <a:solidFill>
                  <a:srgbClr val="586778"/>
                </a:solidFill>
              </a:rPr>
              <a:t>Revision target is slide 2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640080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2800" b="1">
                <a:solidFill>
                  <a:srgbClr val="172033"/>
                </a:solidFill>
              </a:rPr>
              <a:t>Reliability Operations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41248"/>
            <a:ext cx="8046720" cy="32004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300" b="0">
                <a:solidFill>
                  <a:srgbClr val="586778"/>
                </a:solidFill>
              </a:rPr>
              <a:t>Seed slide: current layout is crowded and needs the screenshot annotations applied.</a:t>
            </a:r>
          </a:p>
        </p:txBody>
      </p:sp>
      <p:sp>
        <p:nvSpPr>
          <p:cNvPr id="5" name="MTTA 8 min&#10;Target &lt;=10 min"/>
          <p:cNvSpPr/>
          <p:nvPr/>
        </p:nvSpPr>
        <p:spPr>
          <a:xfrm>
            <a:off x="749808" y="1353312"/>
            <a:ext cx="2816352" cy="859536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MTTA 8 min
Target &lt;=10 min</a:t>
            </a:r>
          </a:p>
        </p:txBody>
      </p:sp>
      <p:sp>
        <p:nvSpPr>
          <p:cNvPr id="6" name="Backlog 42&#10;15 need review"/>
          <p:cNvSpPr/>
          <p:nvPr/>
        </p:nvSpPr>
        <p:spPr>
          <a:xfrm>
            <a:off x="7882127" y="1115568"/>
            <a:ext cx="2816352" cy="859536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Backlog 42
15 need review</a:t>
            </a:r>
          </a:p>
        </p:txBody>
      </p:sp>
      <p:sp>
        <p:nvSpPr>
          <p:cNvPr id="7" name="Coverage 92%&#10;Weekend rota live"/>
          <p:cNvSpPr/>
          <p:nvPr/>
        </p:nvSpPr>
        <p:spPr>
          <a:xfrm>
            <a:off x="4160520" y="5321808"/>
            <a:ext cx="2816352" cy="859536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Coverage 92%
Weekend rota live</a:t>
            </a:r>
          </a:p>
        </p:txBody>
      </p:sp>
      <p:sp>
        <p:nvSpPr>
          <p:cNvPr id="8" name="incident_trend_panel_seed"/>
          <p:cNvSpPr/>
          <p:nvPr/>
        </p:nvSpPr>
        <p:spPr>
          <a:xfrm>
            <a:off x="749808" y="3246120"/>
            <a:ext cx="4800600" cy="17190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B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0">
                <a:solidFill>
                  <a:srgbClr val="172033"/>
                </a:solidFill>
              </a:rPr>
              <a:t>Incident trend
P1 3 | P2 11 | P3 28
Small chart panel: expand and make this the analytical focus.</a:t>
            </a:r>
          </a:p>
        </p:txBody>
      </p:sp>
      <p:sp>
        <p:nvSpPr>
          <p:cNvPr id="9" name="sev2_queue_risk_seed"/>
          <p:cNvSpPr/>
          <p:nvPr/>
        </p:nvSpPr>
        <p:spPr>
          <a:xfrm>
            <a:off x="7717536" y="1828800"/>
            <a:ext cx="3419856" cy="1572768"/>
          </a:xfrm>
          <a:prstGeom prst="roundRect">
            <a:avLst/>
          </a:prstGeom>
          <a:solidFill>
            <a:srgbClr val="FFEFEF"/>
          </a:solidFill>
          <a:ln w="15875">
            <a:solidFill>
              <a:srgbClr val="C1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0">
                <a:solidFill>
                  <a:srgbClr val="172033"/>
                </a:solidFill>
              </a:rPr>
              <a:t>SEV-2 queue risk
Escalation owner missing
Annotate hotfix owner by Friday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950208"/>
            <a:ext cx="4663440" cy="1536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0">
                <a:solidFill>
                  <a:srgbClr val="172033"/>
                </a:solidFill>
              </a:rPr>
              <a:t>Unsorted handoff notes
- incidents trending down
- capacity gap weekends
- execs need an owner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43891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Runbook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05840"/>
            <a:ext cx="5303520" cy="36576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Do not edit: runbook appendix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21208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Escalation ladder
1. Triage lead confirms ownership
2. SRE opens mitigation channel
3. Comms drafts customer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28800"/>
            <a:ext cx="4480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Weekend coverage window
Friday 18:00 to Monday 09:00
Owner rotation remains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502920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Benchmark 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572768"/>
            <a:ext cx="6949440" cy="14264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Do not edit: incident response benchmark invariant
Seed slide 2 is the only editable target.
Preserve source narrative and non-target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822191"/>
            <a:ext cx="6126480" cy="4572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800" b="0">
                <a:solidFill>
                  <a:srgbClr val="586778"/>
                </a:solidFill>
              </a:rPr>
              <a:t>CUIF check focus: targeted edit + preservation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