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9260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72033"/>
                </a:solidFill>
                <a:latin typeface="Aptos"/>
              </a:rPr>
              <a:t>Support Capacity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5953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Ticket demand vs staffed capacity from source_metrics.xlsx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23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72033"/>
                </a:solidFill>
                <a:latin typeface="Aptos"/>
              </a:rPr>
              <a:t>Chart caption: quarterly ticket demand and staffed support capacity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2033"/>
                </a:solidFill>
                <a:latin typeface="Aptos"/>
              </a:rPr>
              <a:t>Workbook audit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Source data: support capacity forecast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Q1 1180 1220 +40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Q2 1285 1320 +35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Q3 1420 1460 +40</a:t>
            </a:r>
          </a:p>
          <a:p>
            <a:r>
              <a:rPr sz="2000" b="1">
                <a:solidFill>
                  <a:srgbClr val="172033"/>
                </a:solidFill>
                <a:latin typeface="Aptos"/>
              </a:rPr>
              <a:t>Q4 1580 1510 -70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76F51"/>
                </a:solidFill>
                <a:latin typeface="Aptos"/>
              </a:rPr>
              <a:t>Do not edit: native chart package invariant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